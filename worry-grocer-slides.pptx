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280160"/>
            <a:ext cx="85340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400" b="1">
                <a:solidFill>
                  <a:srgbClr val="C85A32"/>
                </a:solidFill>
              </a:defRPr>
            </a:pPr>
            <a:r>
              <a:t>✨ 用 AI 做出一件能分享給別人的點子</a:t>
            </a:r>
          </a:p>
          <a:p>
            <a:pPr algn="ctr">
              <a:spcAft>
                <a:spcPts val="1200"/>
              </a:spcAft>
              <a:defRPr sz="4000" b="1">
                <a:solidFill>
                  <a:srgbClr val="2C2623"/>
                </a:solidFill>
              </a:defRPr>
            </a:pPr>
            <a:r>
              <a:t>🏮 解憂雜貨店 (Worry Grocer)</a:t>
            </a:r>
          </a:p>
          <a:p>
            <a:pPr algn="ctr">
              <a:spcAft>
                <a:spcPts val="2400"/>
              </a:spcAft>
              <a:defRPr sz="2000" b="1">
                <a:solidFill>
                  <a:srgbClr val="C85A32"/>
                </a:solidFill>
              </a:defRPr>
            </a:pPr>
            <a:r>
              <a:t>你的深夜心事樹洞與心靈處方箋生成器</a:t>
            </a:r>
          </a:p>
          <a:p>
            <a:pPr algn="ctr">
              <a:spcAft>
                <a:spcPts val="3000"/>
              </a:spcAft>
              <a:defRPr sz="1400">
                <a:solidFill>
                  <a:srgbClr val="7C6E65"/>
                </a:solidFill>
              </a:defRPr>
            </a:pPr>
            <a:r>
              <a:t>「把你的煩惱投進信箱，明天太陽依舊升起。」</a:t>
            </a:r>
            <a:br/>
            <a:r>
              <a:t>結合多重人格陪伴、非暴力溝通與拍立得微行動小卡</a:t>
            </a:r>
          </a:p>
          <a:p>
            <a:pPr algn="ctr">
              <a:defRPr sz="1300">
                <a:solidFill>
                  <a:srgbClr val="7C6E65"/>
                </a:solidFill>
              </a:defRPr>
            </a:pPr>
            <a:r>
              <a:t>期中專題成果發表 · 11/03 課堂分享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5A32"/>
                </a:solidFill>
              </a:defRPr>
            </a:pPr>
            <a:r>
              <a:t>🏮 解憂雜貨店 (Worry Grocer)  |  期中專題 · 11/03 成果分享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2623"/>
                </a:solidFill>
              </a:defRPr>
            </a:pPr>
            <a:r>
              <a:t>我們都有想傾訴的心事，卻不知向誰開口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2C2623"/>
                </a:solidFill>
              </a:defRPr>
            </a:pPr>
            <a:r>
              <a:t>🤐 痛點一：想傾訴，卻怕給朋友添麻煩</a:t>
            </a:r>
          </a:p>
          <a:p>
            <a:pPr>
              <a:defRPr sz="1300">
                <a:solidFill>
                  <a:srgbClr val="7C6E65"/>
                </a:solidFill>
              </a:defRPr>
            </a:pPr>
            <a:r>
              <a:t>深夜焦慮或課業挫折，總覺得發在社群太負面、跟朋友抱怨又怕打擾別人生活，只能獨自悶在心裡無效內耗。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2C2623"/>
                </a:solidFill>
              </a:defRPr>
            </a:pPr>
            <a:r>
              <a:t>🤖 痛點二：傳統 AI 對話過於冰冷說教</a:t>
            </a:r>
          </a:p>
          <a:p>
            <a:pPr>
              <a:defRPr sz="1300">
                <a:solidFill>
                  <a:srgbClr val="7C6E65"/>
                </a:solidFill>
              </a:defRPr>
            </a:pPr>
            <a:r>
              <a:t>常見的聊天機器人只會條列式給大道理或 SOP 建議，缺乏手寫信的溫度、儀式感與真實的情感接納與共鳴。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2C2623"/>
                </a:solidFill>
              </a:defRPr>
            </a:pPr>
            <a:r>
              <a:t>📤 痛點三：缺乏可隨手分享的形式</a:t>
            </a:r>
          </a:p>
          <a:p>
            <a:pPr>
              <a:defRPr sz="1300">
                <a:solidFill>
                  <a:srgbClr val="7C6E65"/>
                </a:solidFill>
              </a:defRPr>
            </a:pPr>
            <a:r>
              <a:t>聊天截圖隱私度高且不美觀。我們需要一種去識別化、精緻如拍立得的美感產出，把溫暖與力量自然傳遞出去。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5A32"/>
                </a:solidFill>
              </a:defRPr>
            </a:pPr>
            <a:r>
              <a:t>🏮 解憂雜貨店 (Worry Grocer)  |  期中專題 · 11/03 成果分享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2623"/>
                </a:solidFill>
              </a:defRPr>
            </a:pPr>
            <a:r>
              <a:t>從寫信到開立處方箋的儀式感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5A32"/>
                </a:solidFill>
              </a:defRPr>
            </a:pPr>
            <a:r>
              <a:t>🌿 三大筆友人格自由挑選</a:t>
            </a:r>
          </a:p>
          <a:p>
            <a:pPr>
              <a:defRPr sz="1200">
                <a:solidFill>
                  <a:srgbClr val="7C6E65"/>
                </a:solidFill>
              </a:defRPr>
            </a:pPr>
            <a:r>
              <a:t>• 溫柔木木：治癒陪伴、深層共情、無條件包容脆弱</a:t>
            </a:r>
            <a:br/>
            <a:r>
              <a:t>• 毒舌阿柴：幽默吐槽、一針見血戳破內耗、拉回現實</a:t>
            </a:r>
            <a:br/>
            <a:r>
              <a:t>• 哲學爺爺：宏觀視角、以大自然與歲月為隱喻開解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5A32"/>
                </a:solidFill>
              </a:defRPr>
            </a:pPr>
            <a:r>
              <a:t>📮 沉浸式書信儀式動效</a:t>
            </a:r>
          </a:p>
          <a:p>
            <a:pPr>
              <a:defRPr sz="1200">
                <a:solidFill>
                  <a:srgbClr val="7C6E65"/>
                </a:solidFill>
              </a:defRPr>
            </a:pPr>
            <a:r>
              <a:t>• 日系橫線信紙親手書寫，自訂匿名稱呼</a:t>
            </a:r>
            <a:br/>
            <a:r>
              <a:t>• 投遞時蓋上專屬日期郵戳，郵差送信小動效</a:t>
            </a:r>
            <a:br/>
            <a:r>
              <a:t>• 拆信展開時伴隨慶祝紙屑，重溫期待回信的浪漫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5A32"/>
                </a:solidFill>
              </a:defRPr>
            </a:pPr>
            <a:r>
              <a:t>📸 今日心靈處方箋拍立得</a:t>
            </a:r>
          </a:p>
          <a:p>
            <a:pPr>
              <a:defRPr sz="1200">
                <a:solidFill>
                  <a:srgbClr val="7C6E65"/>
                </a:solidFill>
              </a:defRPr>
            </a:pPr>
            <a:r>
              <a:t>• 直擊心靈的治癒金句 + 今天就能做的一件微行動任務</a:t>
            </a:r>
            <a:br/>
            <a:r>
              <a:t>• 瀏覽器直接渲染生成高解析度 PNG 圖片</a:t>
            </a:r>
            <a:br/>
            <a:r>
              <a:t>• 一鍵下載，輕鬆分享到 IG 限動或收藏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5A32"/>
                </a:solidFill>
              </a:defRPr>
            </a:pPr>
            <a:r>
              <a:t>🏮 解憂雜貨店 (Worry Grocer)  |  期中專題 · 11/03 成果分享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2623"/>
                </a:solidFill>
              </a:defRPr>
            </a:pPr>
            <a:r>
              <a:t>人機協作：如何調教出有溫度的 AI？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C2623"/>
                </a:solidFill>
              </a:defRPr>
            </a:pPr>
            <a:r>
              <a:t>1. Prompt Engineering 導入非暴力溝通</a:t>
            </a:r>
          </a:p>
          <a:p>
            <a:pPr>
              <a:defRPr sz="1200">
                <a:solidFill>
                  <a:srgbClr val="7C6E65"/>
                </a:solidFill>
              </a:defRPr>
            </a:pPr>
            <a:r>
              <a:t>嚴格設計 System Instruction，結合心理學 NVC 框架：觀察 ➔ 確認感受 ➔ 共情 ➔ 給予微行動。嚴禁冷冰冰說教，賦予三大店長鮮活生命力。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C2623"/>
                </a:solidFill>
              </a:defRPr>
            </a:pPr>
            <a:r>
              <a:t>2. 結構化輸出 (JSON Mode)</a:t>
            </a:r>
          </a:p>
          <a:p>
            <a:pPr>
              <a:defRPr sz="1200">
                <a:solidFill>
                  <a:srgbClr val="7C6E65"/>
                </a:solidFill>
              </a:defRPr>
            </a:pPr>
            <a:r>
              <a:t>讓 Gemini API 輸出包含 letter (長信)、quote (金句)、action (微行動) 的 JSON 格式，方便前端元件精準排版至信紙與拍立得。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C2623"/>
                </a:solidFill>
              </a:defRPr>
            </a:pPr>
            <a:r>
              <a:t>3. 客戶端渲染攻堅 (html2canvas)</a:t>
            </a:r>
          </a:p>
          <a:p>
            <a:pPr>
              <a:defRPr sz="1200">
                <a:solidFill>
                  <a:srgbClr val="7C6E65"/>
                </a:solidFill>
              </a:defRPr>
            </a:pPr>
            <a:r>
              <a:t>與 AI 協同除錯，在不依賴後端伺服器的情況下調校 Retina 2.5x 解析度與 CSS 盒模型，純瀏覽器端直接匯出無損拍立得圖片。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C2623"/>
                </a:solidFill>
              </a:defRPr>
            </a:pPr>
            <a:r>
              <a:t>4. 雙模設計 (高可用離線備援庫)</a:t>
            </a:r>
          </a:p>
          <a:p>
            <a:pPr>
              <a:defRPr sz="1200">
                <a:solidFill>
                  <a:srgbClr val="7C6E65"/>
                </a:solidFill>
              </a:defRPr>
            </a:pPr>
            <a:r>
              <a:t>設計了免 API Key 的智慧離線備援庫，根據關鍵字智慧匹配情境回信，確保課堂 Demo 與公開分享時 100% 順暢不卡關。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5A32"/>
                </a:solidFill>
              </a:defRPr>
            </a:pPr>
            <a:r>
              <a:t>🏮 解憂雜貨店 (Worry Grocer)  |  期中專題 · 11/03 成果分享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2623"/>
                </a:solidFill>
              </a:defRPr>
            </a:pPr>
            <a:r>
              <a:t>下一步展望：一個真正能分享給身邊人的點子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C85A32"/>
                </a:solidFill>
              </a:defRPr>
            </a:pPr>
            <a:r>
              <a:t>01</a:t>
            </a:r>
          </a:p>
          <a:p>
            <a:pPr>
              <a:spcAft>
                <a:spcPts val="1400"/>
              </a:spcAft>
              <a:defRPr sz="1600" b="1">
                <a:solidFill>
                  <a:srgbClr val="2C2623"/>
                </a:solidFill>
              </a:defRPr>
            </a:pPr>
            <a:r>
              <a:t>🌌 漂流星空共鳴池</a:t>
            </a:r>
          </a:p>
          <a:p>
            <a:pPr>
              <a:defRPr sz="1200">
                <a:solidFill>
                  <a:srgbClr val="7C6E65"/>
                </a:solidFill>
              </a:defRPr>
            </a:pPr>
            <a:r>
              <a:t>經寄信者同意後匿名投遞到公開星空，訪客可以在夜空中點擊星點閱讀回信，並給予無聲的「溫暖擁抱」，形成互助社群。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C85A32"/>
                </a:solidFill>
              </a:defRPr>
            </a:pPr>
            <a:r>
              <a:t>02</a:t>
            </a:r>
          </a:p>
          <a:p>
            <a:pPr>
              <a:spcAft>
                <a:spcPts val="1400"/>
              </a:spcAft>
              <a:defRPr sz="1600" b="1">
                <a:solidFill>
                  <a:srgbClr val="2C2623"/>
                </a:solidFill>
              </a:defRPr>
            </a:pPr>
            <a:r>
              <a:t>🎙️ 多模態語音讀信 (TTS)</a:t>
            </a:r>
          </a:p>
          <a:p>
            <a:pPr>
              <a:defRPr sz="1200">
                <a:solidFill>
                  <a:srgbClr val="7C6E65"/>
                </a:solidFill>
              </a:defRPr>
            </a:pPr>
            <a:r>
              <a:t>結合語音合成技術，讓溫柔木木或哲學爺爺用溫暖且具呼吸感的聲線親口為你朗讀信件，在深夜戴上耳機感受聲音的陪伴。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C85A32"/>
                </a:solidFill>
              </a:defRPr>
            </a:pPr>
            <a:r>
              <a:t>03</a:t>
            </a:r>
          </a:p>
          <a:p>
            <a:pPr>
              <a:spcAft>
                <a:spcPts val="1400"/>
              </a:spcAft>
              <a:defRPr sz="1600" b="1">
                <a:solidFill>
                  <a:srgbClr val="2C2623"/>
                </a:solidFill>
              </a:defRPr>
            </a:pPr>
            <a:r>
              <a:t>🛡️ 心理危機防護與安心轉介</a:t>
            </a:r>
          </a:p>
          <a:p>
            <a:pPr>
              <a:defRPr sz="1200">
                <a:solidFill>
                  <a:srgbClr val="7C6E65"/>
                </a:solidFill>
              </a:defRPr>
            </a:pPr>
            <a:r>
              <a:t>導入關鍵字敏感度篩檢，若偵測到重度心理創傷或自我傷害傾向，回信中自動溫柔引導校園心輔中心與衛福部 1925 安心專線。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8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280160"/>
            <a:ext cx="85340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C85A32"/>
                </a:solidFill>
              </a:defRPr>
            </a:pPr>
            <a:r>
              <a:t>🏮 歡迎現場體驗</a:t>
            </a:r>
          </a:p>
          <a:p>
            <a:pPr algn="ctr">
              <a:spcAft>
                <a:spcPts val="2000"/>
              </a:spcAft>
              <a:defRPr sz="3200" b="1">
                <a:solidFill>
                  <a:srgbClr val="2C2623"/>
                </a:solidFill>
              </a:defRPr>
            </a:pPr>
            <a:r>
              <a:t>把心事交給雜貨店，明天又是新的一天</a:t>
            </a:r>
          </a:p>
          <a:p>
            <a:pPr algn="ctr">
              <a:spcAft>
                <a:spcPts val="2400"/>
              </a:spcAft>
              <a:defRPr sz="1400" b="1">
                <a:solidFill>
                  <a:srgbClr val="C85A32"/>
                </a:solidFill>
              </a:defRPr>
            </a:pPr>
            <a:r>
              <a:t>線上體驗網址（GitHub Pages）：</a:t>
            </a:r>
            <a:br/>
            <a:r>
              <a:t>https://411411324.github.io/worry-grocer/</a:t>
            </a:r>
            <a:br/>
            <a:br/>
            <a:r>
              <a:t>專案開源 Repository：</a:t>
            </a:r>
            <a:br/>
            <a:r>
              <a:t>https://github.com/411411324/worry-grocer</a:t>
            </a:r>
          </a:p>
          <a:p>
            <a:pPr algn="ctr">
              <a:defRPr sz="1400">
                <a:solidFill>
                  <a:srgbClr val="7C6E65"/>
                </a:solidFill>
              </a:defRPr>
            </a:pPr>
            <a:r>
              <a:t>謝謝老師與全班同學！歡迎大家提問與交流 ❤️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